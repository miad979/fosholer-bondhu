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sets the context for why this project is important for Bangladesh agriculture.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disease classes achieve &gt;90% F1-scores. Healthy class performance slightly lower due to fewer training samples.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MobileNetV2 provides the best balance of accuracy and efficiency for mobile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project demonstrates the practical application of deep learning to solve real-world agricultural problems in Bangladesh.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Fosholer Bondhu (ফসলের বন্ধু)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AI-Powered Crop Disease Detection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Student: [Your Name]</a:t>
            </a:r>
          </a:p>
          <a:p>
            <a:pPr algn="ctr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ID: [Your Student ID]</a:t>
            </a:r>
          </a:p>
          <a:p>
            <a:pPr algn="ctr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Department: [Your Department]</a:t>
            </a:r>
          </a:p>
          <a:p>
            <a:pPr algn="ctr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Green University of Bangladesh</a:t>
            </a:r>
          </a:p>
          <a:p>
            <a:pPr algn="ctr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December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1. Introduction &amp; Motivation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2. Problem Statement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3. Objectives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4. System Design &amp; Architecture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5. Implementation &amp; Technology Stack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6. Results &amp; Evaluation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7. Challenges &amp; Limitations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8. Future Work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9.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🌾 Agriculture in Bangladesh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40.6% of workforce engaged in agriculture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Critical for food security and economy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⚠️ Challenges Faced by Farmers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Crop diseases cause significant yield losses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Limited access to agricultural experts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Language barriers in accessing information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🤖 Role of AI in Agriculture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Fast and accurate disease detection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Accessible through mobile devices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Empowers farmers with timely information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📉 30-40% crop yield losses due to diseases annually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👨‍🌾 Limited access to agricultural experts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Especially in rural and remote areas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Long wait times for diagnosis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🗣️ Language barriers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Most resources available only in English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Farmers need solutions in Bengali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💰 High diagnostic costs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Laboratory testing is expensive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Multiple farm visits increase costs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🚫 Accessibility Gap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Farmers lack immediate access to expert diagnosis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📚 Knowledge Barrier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Complex technical information not easily understood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Language barriers prevent information access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⏰ Time Sensitivity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Delayed diagnosis leads to disease spread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Waiting for expert consultation wastes critical time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💸 Economic Burden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High costs of expert consultations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Losses from misdiagnosis or delayed treatment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🎯 Primary Objectives: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Achieve ≥90% accuracy in disease detection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Real-time performance (&lt;3 seconds response time)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Full Bengali language support for user interface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Offline capability for areas with poor connectivity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🔄 Secondary Objectives: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Design scalable architecture for multiple crops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Implement continuous improvement mechanism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Create user-friendly mobile interface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Ensure model efficiency for mobile 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🏗️ Three-Tier Architecture: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📱 Layer 1: Mobile/Web Interface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User image capture and upload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Result display in Bengali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Responsive design for various devices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⚙️ Layer 2: Flask Backend Server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Image preprocessing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Model inference coordination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Result formatting and translation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🤖 Layer 3: AI Model (MobileNetV2)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Deep learning disease classification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Optimized for mobile deployment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TensorFlow Lite support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🧠 Machine Learning: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TensorFlow 2.x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Keras API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MobileNetV2 Architecture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TensorFlow Lite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🔧 Backend: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Python 3.8+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Flask Web Framework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NumPy for array operations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Pillow for image processing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scikit-learn for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💻 Development Tools: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Jupyter Notebook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Git/GitHub for version control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VS Code IDE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📊 Data &amp; Visualization: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Matplotlib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Seaborn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Pandas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🎨 Frontend: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HTML5/CSS3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JavaScript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Dataset - PlantVillage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914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Disease Class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Number of Images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Percentage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Potato Early Blight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46.5%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Potato Late Blight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46.5%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Potato Healthy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7.0%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2,152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9800"/>
                </a:solidFill>
              </a:defRPr>
            </a:pPr>
            <a:r>
              <a:t>Challenge: Significant class imbalance (152 vs 1,000 images)</a:t>
            </a:r>
          </a:p>
          <a:p>
            <a:r>
              <a:t>Solution: Class weighting + Data augmentation (rotation, flip, zoom, brightness)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Model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🏗️ Transfer Learning with MobileNetV2: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1️⃣ Base Model: MobileNetV2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Pre-trained on ImageNet (1.4M images)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Efficient for mobile deployment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Input: 224x224x3 RGB images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2️⃣ Custom Classification Head: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Global Average Pooling layer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Dropout (0.4) for regularization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Dense layer: 3 classes with softmax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L2 regularization (0.01)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📊 Total Parameters: ~2.5M (Trainable: ~300K)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Training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📚 Phase 1: Initial Training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(25 epochs)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Frozen base model layers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Train classification head only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Learning rate: 0.001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Adam optimizer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Data augmentation enabled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Class weights applied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Batch size: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🔧 Phase 2: Fine-Tuning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(10 epochs)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Unfreeze last 40 layers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Lower learning rate: 1e-5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Continue with augmentation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Prevent catastrophic forgetting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Early stopping (patience=5)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Model checkpoint saving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Implementation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1️⃣ User uploads/captures leaf image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2️⃣ Image preprocessing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Resize to 224x224 pixels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Apply MobileNetV2 preprocessing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Normalize pixel values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3️⃣ Model inference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Forward pass through MobileNetV2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Generate probability distribution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4️⃣ Post-processing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Extract predicted class and confidence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Translate to Bengali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5️⃣ Display results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Show disease name and confidence score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Provide treatment recommendations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Results: Training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📈 Final Training Metrics: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✅ Training Accuracy: 94.8%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✅ Validation Accuracy: 92.8%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✅ Validation Loss: 0.21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✅ Test Accuracy: 91.5%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📊 Interpretation: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Good generalization - minimal overfitting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Small gap between train and validation accuracy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Class weighting successfully addressed imbalance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Results: Per-Class Performance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914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Disease Class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Support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Early Blight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Late Blight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Healthy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0.83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Weighted 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430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Results: Field Testing with Farmers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914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Disease Class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Test Images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Correct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Early Blight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88.9%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Late Blight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95.0%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Healthy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83.3%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Overall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90.0% ✅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CAF50"/>
                </a:solidFill>
              </a:defRPr>
            </a:pPr>
            <a:r>
              <a:t>⚡ Average Inference Time: 0.28 seconds</a:t>
            </a:r>
          </a:p>
          <a:p>
            <a:r>
              <a:t>✅ Achieved primary objective of 90% accuracy!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Results: Model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914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Model Size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Inference Time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Custom 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76.3%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4.8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0.15s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ResNet50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91.4%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98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0.52s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VGG16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88.7%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528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0.89s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MobileNetV2 (Ours)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92.8%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8.8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0.28s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✅ 92.8% validation accuracy (exceeded 90% target)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✅ 90% field testing accuracy with real farmer images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✅ 0.28 second average response time (&lt;3s target)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✅ 8.8 MB model size - mobile-friendly deployment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✅ Full Bengali language support implemented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✅ Successfully mitigated class imbalance issues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✅ Robust performance across different image conditions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Challenges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⚠️ Challenges Faced: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Class imbalance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  (152 vs 1,000 images)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Early-stage disease detection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  requires careful tuning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Image quality dependency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  (lighting, angle, focus)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Limited computational resources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  for extensive hyperparameter 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🔒 Current Limitations: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Single crop focus (potato only)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Cannot detect multiple diseases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  simultaneously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Mobile app not yet deployed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  to app stores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Limited field validation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  (only 50 test images)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Requires good image quality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  for accurate predictions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🔜 Short-term Goals: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Complete mobile app with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  offline support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Expand dataset with more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  healthy leaf images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Add more potato diseases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  (5-6 additional classes)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Improve UI/UX based on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  farmer feedback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Deploy to Google Play 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🚀 Long-term Vision: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Multi-crop support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  (rice, wheat, vegetables)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Multi-label classification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  (detect multiple diseases)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Bengali NLP chatbot for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  treatment advice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Weather integration for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  disease risk prediction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• Large-scale deployment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  (500+ farmers pilot program)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🎯 Successfully demonstrated AI-powered crop disease diagnosis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📊 Achieved 92.8% accuracy with real-time performance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🌾 Addresses critical agricultural challenges: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Accessibility for remote farmers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Language barrier (Bengali support)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Cost reduction (free mobile tool)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Time-sensitive disease detection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💪 Potential Impact: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Reduce crop losses by 15-20%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Improve food security in Bangladesh</a:t>
            </a:r>
          </a:p>
          <a:p>
            <a:pPr lvl="1">
              <a:spcAft>
                <a:spcPts val="1200"/>
              </a:spcAft>
              <a:defRPr sz="1600">
                <a:solidFill>
                  <a:srgbClr val="212121"/>
                </a:solidFill>
              </a:defRPr>
            </a:pPr>
            <a:r>
              <a:t>Empower farmers with AI technology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Project GitHub:</a:t>
            </a:r>
          </a:p>
          <a:p>
            <a:pPr algn="ctr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github.com/miad979/fosholer-bondhu</a:t>
            </a:r>
          </a:p>
          <a:p>
            <a:pPr algn="ctr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</a:p>
          <a:p>
            <a:pPr algn="ctr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Contact: [Your Email]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